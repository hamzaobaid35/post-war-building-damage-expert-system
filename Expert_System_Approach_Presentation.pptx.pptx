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-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93fce5044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93fce5044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93fce5044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93fce5044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93fce5044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93fce5044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93fce5044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93fce5044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93fce5044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93fce5044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93fce5044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93fce5044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93fce5044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93fce5044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93fce5044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93fce5044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93fce5044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93fce5044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Building Damage Assessment After War: An Expert System Approach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AF87637D-4404-623E-8C44-9CB2FE1C1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931" y="235744"/>
            <a:ext cx="3917157" cy="4350544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C4667782-01DA-EE4A-8435-56440708E7DD}"/>
              </a:ext>
            </a:extLst>
          </p:cNvPr>
          <p:cNvSpPr txBox="1"/>
          <p:nvPr/>
        </p:nvSpPr>
        <p:spPr>
          <a:xfrm>
            <a:off x="371475" y="350044"/>
            <a:ext cx="3543300" cy="41549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Assessing </a:t>
            </a:r>
          </a:p>
          <a:p>
            <a:r>
              <a:rPr lang="en-US" sz="4400" dirty="0">
                <a:solidFill>
                  <a:srgbClr val="FF0000"/>
                </a:solidFill>
              </a:rPr>
              <a:t>Building</a:t>
            </a:r>
          </a:p>
          <a:p>
            <a:r>
              <a:rPr lang="en-US" sz="4400" dirty="0">
                <a:solidFill>
                  <a:srgbClr val="FF0000"/>
                </a:solidFill>
              </a:rPr>
              <a:t>Damage</a:t>
            </a:r>
          </a:p>
          <a:p>
            <a:r>
              <a:rPr lang="en-US" sz="4400" dirty="0">
                <a:solidFill>
                  <a:srgbClr val="FF0000"/>
                </a:solidFill>
              </a:rPr>
              <a:t>After </a:t>
            </a:r>
          </a:p>
          <a:p>
            <a:r>
              <a:rPr lang="en-US" sz="4400" dirty="0">
                <a:solidFill>
                  <a:srgbClr val="FF0000"/>
                </a:solidFill>
              </a:rPr>
              <a:t>War </a:t>
            </a:r>
          </a:p>
          <a:p>
            <a:r>
              <a:rPr lang="en-US" sz="4400" dirty="0">
                <a:solidFill>
                  <a:srgbClr val="FF0000"/>
                </a:solidFill>
              </a:rPr>
              <a:t>or Disaster.</a:t>
            </a:r>
            <a:endParaRPr lang="ar-SA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35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Introduction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Objective: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To evaluate building damage after war using an expert system.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To integrate fuzzy logic and probabilistic reasoning for accurate damage assessment.</a:t>
            </a:r>
            <a:br>
              <a:rPr lang="ar"/>
            </a:br>
            <a:br>
              <a:rPr lang="ar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Key Challenges: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Multiple types of damage.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Complex interactions between damage factors.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Expert System Overview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Fuzzy Logic: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Handles imprecise inputs.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Uses membership functions to categorize damage .</a:t>
            </a:r>
            <a:br>
              <a:rPr lang="ar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Probabilistic Reasoning (Bayesian Network):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Models dependencies between damage factors.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Uses conditional probabilities to assess damage likelihood.</a:t>
            </a:r>
            <a:br>
              <a:rPr lang="ar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Integration: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Combines fuzzy logic and probabilistic reasoning for a more robust assessment.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Fuzzy Logic Implementation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 dirty="0"/>
              <a:t>Input Variables: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Crack Width, Leaning Angle, Roof Sagging, Foundation Cracks, Fire Level</a:t>
            </a:r>
            <a:br>
              <a:rPr lang="ar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 dirty="0"/>
              <a:t>Membership Functions: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Divided for Minor, Moderate, and Severe damage.</a:t>
            </a:r>
            <a:br>
              <a:rPr lang="ar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 dirty="0"/>
              <a:t>Fuzzy Rules: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Example: IF crack width is Minor AND leaning angle is Minor, THEN damage is Minor.</a:t>
            </a:r>
            <a:br>
              <a:rPr lang="ar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 dirty="0"/>
              <a:t>Output: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Damage Severity Score </a:t>
            </a:r>
            <a:r>
              <a:rPr lang="en-US" dirty="0"/>
              <a:t>(0-10).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Probabilistic Reasoning Implementation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 dirty="0"/>
              <a:t>Bayesian Network Structure: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Nodes: Crack Width, Leaning Angle, Roof Sagging, Foundation Cracks, Fire Level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Edges: Relationships between damage factors and structural damage.</a:t>
            </a:r>
            <a:br>
              <a:rPr lang="ar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 dirty="0"/>
              <a:t>Conditional Probability Distributions (CPDs):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Defines the likelihood of damage based on input states.</a:t>
            </a:r>
            <a:br>
              <a:rPr lang="ar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 dirty="0"/>
              <a:t>Output: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Damage Severity Score </a:t>
            </a:r>
            <a:r>
              <a:rPr lang="en-US" dirty="0"/>
              <a:t>(0-10).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Integration of Fuzzy Logic and Probabilistic Reasoning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 dirty="0"/>
              <a:t>Combined Approach: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Fuzzy Logic provides a damage score based on imprecise inputs.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Bayesian Network provides damage probabilities based on dependencies.</a:t>
            </a:r>
            <a:br>
              <a:rPr lang="ar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 dirty="0"/>
              <a:t>Weighted Average: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 dirty="0"/>
              <a:t>Combines fuzzy score and probabilistic score </a:t>
            </a:r>
            <a:r>
              <a:rPr lang="en-US" dirty="0"/>
              <a:t>(50% each)</a:t>
            </a:r>
            <a:br>
              <a:rPr lang="ar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 dirty="0"/>
              <a:t>Final Damage Level: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-US" dirty="0"/>
              <a:t>Minor(</a:t>
            </a:r>
            <a:r>
              <a:rPr lang="ar" dirty="0"/>
              <a:t>≤</a:t>
            </a:r>
            <a:r>
              <a:rPr lang="en-US" dirty="0"/>
              <a:t>4), Moderate (4-8), Severe (&gt;8)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Benefits of the Expert System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Accurate Damage Assessment: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Handles imprecise and uncertain data.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Considers multiple damage factors and their interactions.</a:t>
            </a:r>
            <a:br>
              <a:rPr lang="ar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Decision Support: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Helps prioritize repairs and allocate resources effectively.</a:t>
            </a:r>
            <a:br>
              <a:rPr lang="ar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Automated and Scalable: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Reduces human error in damage assessment.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Can evaluate multiple buildings quickly.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Applications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Post-War Reconstruction: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Assess damage to prioritize rebuilding efforts.</a:t>
            </a:r>
            <a:br>
              <a:rPr lang="ar"/>
            </a:br>
            <a:br>
              <a:rPr lang="ar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Disaster Recovery: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Evaluate buildings after earthquakes, floods, or fires.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Conclusion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Summary: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The expert system combines fuzzy logic and probabilistic reasoning to assess building damage after war.</a:t>
            </a:r>
            <a:br>
              <a:rPr lang="ar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◄"/>
            </a:pPr>
            <a:r>
              <a:rPr lang="ar"/>
              <a:t>Future Work: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Incorporate more damage factors.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ar"/>
              <a:t>Improve the system with machine learning for better predictions.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578F86BA-010A-9EBB-33CE-19D940B6D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831" y="0"/>
            <a:ext cx="4779169" cy="51435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8A79CA6E-9F4F-58E2-5F78-0AC50408FACA}"/>
              </a:ext>
            </a:extLst>
          </p:cNvPr>
          <p:cNvSpPr txBox="1"/>
          <p:nvPr/>
        </p:nvSpPr>
        <p:spPr>
          <a:xfrm>
            <a:off x="192881" y="250031"/>
            <a:ext cx="3557588" cy="48320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Building </a:t>
            </a:r>
          </a:p>
          <a:p>
            <a:endParaRPr lang="en-US" sz="4400" dirty="0">
              <a:solidFill>
                <a:srgbClr val="FF0000"/>
              </a:solidFill>
            </a:endParaRPr>
          </a:p>
          <a:p>
            <a:r>
              <a:rPr lang="en-US" sz="4400" dirty="0">
                <a:solidFill>
                  <a:srgbClr val="FF0000"/>
                </a:solidFill>
              </a:rPr>
              <a:t>A</a:t>
            </a:r>
          </a:p>
          <a:p>
            <a:endParaRPr lang="en-US" sz="4400" dirty="0">
              <a:solidFill>
                <a:srgbClr val="FF0000"/>
              </a:solidFill>
            </a:endParaRPr>
          </a:p>
          <a:p>
            <a:r>
              <a:rPr lang="en-US" sz="4400" dirty="0">
                <a:solidFill>
                  <a:srgbClr val="FF0000"/>
                </a:solidFill>
              </a:rPr>
              <a:t>Safer</a:t>
            </a:r>
          </a:p>
          <a:p>
            <a:r>
              <a:rPr lang="en-US" sz="4400" dirty="0">
                <a:solidFill>
                  <a:srgbClr val="FF0000"/>
                </a:solidFill>
              </a:rPr>
              <a:t> </a:t>
            </a:r>
          </a:p>
          <a:p>
            <a:r>
              <a:rPr lang="en-US" sz="4400" dirty="0">
                <a:solidFill>
                  <a:srgbClr val="FF0000"/>
                </a:solidFill>
              </a:rPr>
              <a:t>Future.</a:t>
            </a:r>
            <a:endParaRPr lang="ar-SA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960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426</Words>
  <Application>Microsoft Office PowerPoint</Application>
  <PresentationFormat>عرض على الشاشة (16:9)</PresentationFormat>
  <Paragraphs>76</Paragraphs>
  <Slides>12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5" baseType="lpstr">
      <vt:lpstr>Arial</vt:lpstr>
      <vt:lpstr>Roboto</vt:lpstr>
      <vt:lpstr>Geometric</vt:lpstr>
      <vt:lpstr> Building Damage Assessment After War: An Expert System Approach</vt:lpstr>
      <vt:lpstr>عرض تقديمي في PowerPoint</vt:lpstr>
      <vt:lpstr>Introduction</vt:lpstr>
      <vt:lpstr>Expert System Overview</vt:lpstr>
      <vt:lpstr>Fuzzy Logic Implementation  </vt:lpstr>
      <vt:lpstr>Probabilistic Reasoning Implementation  </vt:lpstr>
      <vt:lpstr>Integration of Fuzzy Logic and Probabilistic Reasoning  </vt:lpstr>
      <vt:lpstr> Benefits of the Expert System  </vt:lpstr>
      <vt:lpstr>Applications</vt:lpstr>
      <vt:lpstr>Conclusion</vt:lpstr>
      <vt:lpstr>عرض تقديمي في PowerPoint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Hamza Mohammed</cp:lastModifiedBy>
  <cp:revision>1</cp:revision>
  <dcterms:modified xsi:type="dcterms:W3CDTF">2025-01-26T09:41:39Z</dcterms:modified>
</cp:coreProperties>
</file>